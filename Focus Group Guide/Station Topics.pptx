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fntdata" ContentType="application/x-fontdata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Sora"/>
      <p:regular r:id="rId14"/>
      <p:bold r:id="rId15"/>
    </p:embeddedFont>
    <p:embeddedFont>
      <p:font typeface="Inter"/>
      <p:regular r:id="rId16"/>
      <p:bold r:id="rId17"/>
    </p:embeddedFont>
    <p:embeddedFont>
      <p:font typeface="IBM Plex Mono"/>
      <p:regular r:id="rId18"/>
      <p:bold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</p:sp>
      <p:sp>
        <p:nvSpPr>
          <p:cNvPr id="4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</p:sp>
      <p:sp>
        <p:nvSpPr>
          <p:cNvPr id="5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685800"/>
            <a:ext cx="30175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</p:spPr>
      </p:sp>
      <p:pic>
        <p:nvPicPr>
          <p:cNvPr id="7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822960"/>
            <a:ext cx="2187245" cy="4754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1965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5EE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REFLEXIVE AI RESEARCH INITIATIVE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86384" y="237744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in Organizations</a:t>
            </a:r>
            <a:endParaRPr lang="en-US" sz="5200" dirty="0"/>
          </a:p>
        </p:txBody>
      </p:sp>
      <p:sp>
        <p:nvSpPr>
          <p:cNvPr id="10" name="Text 6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7E6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five-station reflexive workshop on responsible, human-centered AI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822960" y="4343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stations</a:t>
            </a:r>
            <a:pPr algn="l" indent="0" marL="0">
              <a:buNone/>
            </a:pPr>
            <a:r>
              <a:rPr lang="en-US" sz="1400" dirty="0">
                <a:solidFill>
                  <a:srgbClr val="A9BC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·     Discuss   ·   Capture   ·   Reflect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C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868680"/>
            <a:ext cx="3108960" cy="5120640"/>
          </a:xfrm>
          <a:prstGeom prst="roundRect">
            <a:avLst>
              <a:gd name="adj" fmla="val 4118"/>
            </a:avLst>
          </a:prstGeom>
          <a:solidFill>
            <a:srgbClr val="0B6F63"/>
          </a:solidFill>
          <a:ln/>
          <a:effectLst>
            <a:outerShdw sx="100000" sy="100000" kx="0" ky="0" algn="bl" rotWithShape="0" blurRad="114300" dist="38100" dir="5400000">
              <a:srgbClr val="9FB8C4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25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5EE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1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05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392" y="4251960"/>
            <a:ext cx="768096" cy="7680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343400" y="9601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HUMAN-CENTERED PICTURE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43400" y="1463040"/>
            <a:ext cx="70408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should "human-centered AI" look like in your organization? What results or outcomes would you see? What do you hear people say or ask regarding AI?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4343400" y="44348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FOR THE BEST OUTCOMES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4340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4" y="493776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7375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Listen to understand.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86384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4" y="493776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together to capture key insights on the sheet.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34340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5724144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7375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Respect the host.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86384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5724144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9419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 focused on the question.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868680"/>
            <a:ext cx="3108960" cy="5120640"/>
          </a:xfrm>
          <a:prstGeom prst="roundRect">
            <a:avLst>
              <a:gd name="adj" fmla="val 4118"/>
            </a:avLst>
          </a:prstGeom>
          <a:solidFill>
            <a:srgbClr val="0B6F63"/>
          </a:solidFill>
          <a:ln/>
          <a:effectLst>
            <a:outerShdw sx="100000" sy="100000" kx="0" ky="0" algn="bl" rotWithShape="0" blurRad="114300" dist="38100" dir="5400000">
              <a:srgbClr val="9FB8C4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25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5EE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1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05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392" y="4251960"/>
            <a:ext cx="768096" cy="7680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343400" y="9601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 AI SUPPORTED PEOPLE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43400" y="1463040"/>
            <a:ext cx="70408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Under what conditions has AI been used in your organization in a manner that supported people?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4343400" y="44348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FOR THE BEST OUTCOMES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4340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4" y="493776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7375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Listen to understand.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86384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4" y="493776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together to capture key insights on the sheet.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34340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5724144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7375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Respect the host.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86384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5724144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9419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 focused on the question.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868680"/>
            <a:ext cx="3108960" cy="5120640"/>
          </a:xfrm>
          <a:prstGeom prst="roundRect">
            <a:avLst>
              <a:gd name="adj" fmla="val 4118"/>
            </a:avLst>
          </a:prstGeom>
          <a:solidFill>
            <a:srgbClr val="0B6F63"/>
          </a:solidFill>
          <a:ln/>
          <a:effectLst>
            <a:outerShdw sx="100000" sy="100000" kx="0" ky="0" algn="bl" rotWithShape="0" blurRad="114300" dist="38100" dir="5400000">
              <a:srgbClr val="9FB8C4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25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5EE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1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05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392" y="4251960"/>
            <a:ext cx="768096" cy="7680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343400" y="9601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IT SLID OFF COURSE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43400" y="1463040"/>
            <a:ext cx="70408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are examples in your organization where the use of AI was not human-centered, not responsible or not effective, or where could you see it easily sliding down that path?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4343400" y="44348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FOR THE BEST OUTCOMES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4340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4" y="493776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7375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Listen to understand.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86384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4" y="493776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together to capture key insights on the sheet.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34340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5724144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7375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Respect the host.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86384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5724144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9419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 focused on the question.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868680"/>
            <a:ext cx="3108960" cy="5120640"/>
          </a:xfrm>
          <a:prstGeom prst="roundRect">
            <a:avLst>
              <a:gd name="adj" fmla="val 4118"/>
            </a:avLst>
          </a:prstGeom>
          <a:solidFill>
            <a:srgbClr val="0B6F63"/>
          </a:solidFill>
          <a:ln/>
          <a:effectLst>
            <a:outerShdw sx="100000" sy="100000" kx="0" ky="0" algn="bl" rotWithShape="0" blurRad="114300" dist="38100" dir="5400000">
              <a:srgbClr val="9FB8C4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25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5EE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1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05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392" y="4251960"/>
            <a:ext cx="768096" cy="7680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343400" y="9601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RULES &amp; PROCESSES TO PUT IN PLACE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43400" y="1463040"/>
            <a:ext cx="70408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procedures, rules or processes should be implemented to ensure responsible, human-centered AI use in your organization?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4343400" y="44348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FOR THE BEST OUTCOMES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4340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4" y="493776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7375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Listen to understand.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86384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4" y="493776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together to capture key insights on the sheet.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34340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5724144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7375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Respect the host.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86384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5724144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9419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 focused on the question.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</p:sp>
      <p:sp>
        <p:nvSpPr>
          <p:cNvPr id="3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</p:sp>
      <p:sp>
        <p:nvSpPr>
          <p:cNvPr id="4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868680"/>
            <a:ext cx="3108960" cy="5120640"/>
          </a:xfrm>
          <a:prstGeom prst="roundRect">
            <a:avLst>
              <a:gd name="adj" fmla="val 4118"/>
            </a:avLst>
          </a:prstGeom>
          <a:solidFill>
            <a:srgbClr val="0B6F63"/>
          </a:solidFill>
          <a:ln/>
          <a:effectLst>
            <a:outerShdw sx="100000" sy="100000" kx="0" ky="0" algn="bl" rotWithShape="0" blurRad="114300" dist="38100" dir="5400000">
              <a:srgbClr val="9FB8C4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25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5EE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05</a:t>
            </a:r>
            <a:endParaRPr lang="en-US" sz="1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DEF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05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392" y="4251960"/>
            <a:ext cx="768096" cy="7680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343400" y="9601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TO MEASURE &amp; AUDIT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43400" y="1463040"/>
            <a:ext cx="70408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could be measured, tracked or audited to ensure that the way your organization uses AI is responsible and human-centered?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4343400" y="44348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FOR THE BEST OUTCOMES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4340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4" y="493776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7375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Listen to understand.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863840" y="4837176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4" y="493776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478231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together to capture key insights on the sheet.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34340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5724144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7375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Respect the host.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863840" y="56235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5724144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94192" y="5568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3342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 focused on the question.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4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</p:sp>
      <p:sp>
        <p:nvSpPr>
          <p:cNvPr id="4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</p:sp>
      <p:sp>
        <p:nvSpPr>
          <p:cNvPr id="5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2468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5EE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" y="29260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From insight to responsible practice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C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2026-08-16T17:47:46Z</dcterms:created>
  <dcterms:modified xsi:type="dcterms:W3CDTF">2026-08-16T17:47:46Z</dcterms:modified>
</cp:coreProperties>
</file>