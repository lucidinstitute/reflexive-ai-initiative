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IBM Plex Mono" panose="020B0509050203000203" pitchFamily="49" charset="0"/>
      <p:regular r:id="rId10"/>
      <p:bold r:id="rId11"/>
    </p:embeddedFont>
    <p:embeddedFont>
      <p:font typeface="Inter"/>
      <p:regular r:id="rId12"/>
      <p:bold r:id="rId13"/>
    </p:embeddedFont>
    <p:embeddedFont>
      <p:font typeface="Sora" pitchFamily="2" charset="0"/>
      <p:regular r:id="rId14"/>
      <p:bold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48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671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Shape 2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Shape 3"/>
          <p:cNvSpPr/>
          <p:nvPr/>
        </p:nvSpPr>
        <p:spPr>
          <a:xfrm>
            <a:off x="822960" y="685800"/>
            <a:ext cx="30175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7" name="Image 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822960"/>
            <a:ext cx="2187245" cy="4754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1965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5EE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REFLEXIVE AI RESEARCH INITIATIVE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86384" y="237744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Human-Centered AI</a:t>
            </a:r>
            <a:endParaRPr lang="en-US" sz="5200" dirty="0"/>
          </a:p>
        </p:txBody>
      </p:sp>
      <p:sp>
        <p:nvSpPr>
          <p:cNvPr id="10" name="Text 6"/>
          <p:cNvSpPr/>
          <p:nvPr/>
        </p:nvSpPr>
        <p:spPr>
          <a:xfrm>
            <a:off x="82296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D7E6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five-station reflexive workshop on human-centered AI in organizations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822960" y="4343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stations</a:t>
            </a:r>
            <a:r>
              <a:rPr lang="en-US" sz="1400" dirty="0">
                <a:solidFill>
                  <a:srgbClr val="A9BC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·     Discuss   ·   Capture   ·   Reflect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C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Reflexive AI Research Initiative · Lucid Institute for Organizational Science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822960" y="868680"/>
            <a:ext cx="3108960" cy="5120640"/>
          </a:xfrm>
          <a:prstGeom prst="roundRect">
            <a:avLst>
              <a:gd name="adj" fmla="val 4118"/>
            </a:avLst>
          </a:prstGeom>
          <a:solidFill>
            <a:srgbClr val="0B6F63"/>
          </a:solidFill>
          <a:ln/>
          <a:effectLst>
            <a:outerShdw blurRad="114300" dist="38100" dir="5400000" algn="bl" rotWithShape="0">
              <a:srgbClr val="9FB8C4">
                <a:alpha val="35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5EE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116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D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05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343400" y="9601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HUMAN-CENTERED AI LOOKS LIKE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43400" y="1463040"/>
            <a:ext cx="70408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420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should human-centered AI look like in your organization? What results or outcomes would you see?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4343400" y="443484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FOR THE BEST OUTCOMES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43400" y="48371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493776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73752" y="47823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Listen to understand.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863840" y="48371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493776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47823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together to capture key insights on the sheet.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343400" y="56235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5724144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73752" y="55686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Respect the host.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863840" y="56235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5724144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394192" y="55686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Remain focused on the question.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Reflexive AI Research Initiative · Lucid Institute for Organizational Science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822960" y="868680"/>
            <a:ext cx="3108960" cy="5120640"/>
          </a:xfrm>
          <a:prstGeom prst="roundRect">
            <a:avLst>
              <a:gd name="adj" fmla="val 4118"/>
            </a:avLst>
          </a:prstGeom>
          <a:solidFill>
            <a:srgbClr val="0B6F63"/>
          </a:solidFill>
          <a:ln/>
          <a:effectLst>
            <a:outerShdw blurRad="114300" dist="38100" dir="5400000" algn="bl" rotWithShape="0">
              <a:srgbClr val="9FB8C4">
                <a:alpha val="35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5EE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116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D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05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343400" y="9601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 AI HELPS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43400" y="1463040"/>
            <a:ext cx="70408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420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How has AI been used in your organization in a manner that improved the work experience or work enjoyment of employees?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4343400" y="443484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FOR THE BEST OUTCOMES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43400" y="48371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493776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73752" y="47823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Listen to understand.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863840" y="48371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493776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47823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together to capture key insights on the sheet.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343400" y="56235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5724144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73752" y="55686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Respect the host.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863840" y="56235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5724144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394192" y="55686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Remain focused on the question.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Reflexive AI Research Initiative · Lucid Institute for Organizational Science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822960" y="868680"/>
            <a:ext cx="3108960" cy="5120640"/>
          </a:xfrm>
          <a:prstGeom prst="roundRect">
            <a:avLst>
              <a:gd name="adj" fmla="val 4118"/>
            </a:avLst>
          </a:prstGeom>
          <a:solidFill>
            <a:srgbClr val="0B6F63"/>
          </a:solidFill>
          <a:ln/>
          <a:effectLst>
            <a:outerShdw blurRad="114300" dist="38100" dir="5400000" algn="bl" rotWithShape="0">
              <a:srgbClr val="9FB8C4">
                <a:alpha val="35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5EE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116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D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05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343400" y="9601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 AI GETS IN THE WAY 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43400" y="1463040"/>
            <a:ext cx="70408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420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are examples in your organization where the use of AI was not human-centered, or where could you see it easily sliding down that path?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4343400" y="443484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FOR THE BEST OUTCOMES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43400" y="48371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493776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73752" y="47823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Listen to understand.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863840" y="48371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493776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47823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together to capture key insights on the sheet.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343400" y="56235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5724144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73752" y="55686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Respect the host.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863840" y="56235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5724144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394192" y="55686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Remain focused on the question.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Reflexive AI Research Initiative · Lucid Institute for Organizational Science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822960" y="868680"/>
            <a:ext cx="3108960" cy="5120640"/>
          </a:xfrm>
          <a:prstGeom prst="roundRect">
            <a:avLst>
              <a:gd name="adj" fmla="val 4118"/>
            </a:avLst>
          </a:prstGeom>
          <a:solidFill>
            <a:srgbClr val="0B6F63"/>
          </a:solidFill>
          <a:ln/>
          <a:effectLst>
            <a:outerShdw blurRad="114300" dist="38100" dir="5400000" algn="bl" rotWithShape="0">
              <a:srgbClr val="9FB8C4">
                <a:alpha val="35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5EE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116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D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05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343400" y="9601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RULES &amp; PROCESSES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43400" y="1463040"/>
            <a:ext cx="70408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420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procedures, rules or processes should be implemented to ensure  human-centered AI in your organization?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4343400" y="443484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FOR THE BEST OUTCOMES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43400" y="48371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493776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73752" y="47823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Listen to understand.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863840" y="48371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493776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47823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together to capture key insights on the sheet.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343400" y="56235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5724144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73752" y="55686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Respect the host.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863840" y="56235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5724144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394192" y="55686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Remain focused on the question.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Reflexive AI Research Initiative · Lucid Institute for Organizational Science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822960" y="868680"/>
            <a:ext cx="3108960" cy="5120640"/>
          </a:xfrm>
          <a:prstGeom prst="roundRect">
            <a:avLst>
              <a:gd name="adj" fmla="val 4118"/>
            </a:avLst>
          </a:prstGeom>
          <a:solidFill>
            <a:srgbClr val="0B6F63"/>
          </a:solidFill>
          <a:ln/>
          <a:effectLst>
            <a:outerShdw blurRad="114300" dist="38100" dir="5400000" algn="bl" rotWithShape="0">
              <a:srgbClr val="9FB8C4">
                <a:alpha val="35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5EE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05</a:t>
            </a:r>
            <a:endParaRPr lang="en-US" sz="116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D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05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343400" y="9601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MEASUREMENT &amp; AUDITING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43400" y="1463040"/>
            <a:ext cx="70408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420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could be measured, tracked or </a:t>
            </a:r>
            <a:br>
              <a:rPr lang="en-US" sz="2700" b="1" dirty="0">
                <a:solidFill>
                  <a:srgbClr val="1420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</a:br>
            <a:r>
              <a:rPr lang="en-US" sz="2700" b="1" dirty="0">
                <a:solidFill>
                  <a:srgbClr val="1420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audited to ensure that the way your organization uses AI is human-centered?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4343400" y="443484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FOR THE BEST OUTCOMES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43400" y="48371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493776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73752" y="47823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Listen to understand.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863840" y="48371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493776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47823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together to capture key insights on the sheet.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343400" y="56235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5724144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73752" y="55686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Respect the host.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863840" y="56235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5724144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394192" y="55686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Remain focused on the question.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Reflexive AI Research Initiative · Lucid Institute for Organizational Science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4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Shape 2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822960" y="2468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5EE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" y="29260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From insight to responsible practice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C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Reflexive AI Research Initiative · Lucid Institute for Organizational Science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397</Words>
  <Application>Microsoft Office PowerPoint</Application>
  <PresentationFormat>Widescreen</PresentationFormat>
  <Paragraphs>70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Inter</vt:lpstr>
      <vt:lpstr>Sora</vt:lpstr>
      <vt:lpstr>Arial</vt:lpstr>
      <vt:lpstr>IBM Plex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Chistiaan Verwijs</cp:lastModifiedBy>
  <cp:revision>23</cp:revision>
  <dcterms:created xsi:type="dcterms:W3CDTF">2026-08-16T17:47:46Z</dcterms:created>
  <dcterms:modified xsi:type="dcterms:W3CDTF">2026-09-21T11:15:23Z</dcterms:modified>
</cp:coreProperties>
</file>