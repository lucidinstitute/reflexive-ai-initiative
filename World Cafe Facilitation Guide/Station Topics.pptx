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embeddedFontLst>
    <p:embeddedFont>
      <p:font typeface="IBM Plex Mono" panose="020B0509050203000203" pitchFamily="49" charset="0"/>
      <p:regular r:id="rId10"/>
      <p:bold r:id="rId11"/>
    </p:embeddedFont>
    <p:embeddedFont>
      <p:font typeface="Inter"/>
      <p:regular r:id="rId12"/>
      <p:bold r:id="rId13"/>
    </p:embeddedFont>
    <p:embeddedFont>
      <p:font typeface="Sora"/>
      <p:regular r:id="rId14"/>
      <p:bold r:id="rId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383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56719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44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6" name="Shape 3"/>
          <p:cNvSpPr/>
          <p:nvPr/>
        </p:nvSpPr>
        <p:spPr>
          <a:xfrm>
            <a:off x="822960" y="685800"/>
            <a:ext cx="301752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7" name="Image 1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" y="822960"/>
            <a:ext cx="2187245" cy="47548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22960" y="19659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5EE6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REFLEXIVE AI RESEARCH INITIATIVE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786384" y="2377440"/>
            <a:ext cx="10241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AI in Organizations</a:t>
            </a:r>
            <a:endParaRPr lang="en-US" sz="5200" dirty="0"/>
          </a:p>
        </p:txBody>
      </p:sp>
      <p:sp>
        <p:nvSpPr>
          <p:cNvPr id="10" name="Text 6"/>
          <p:cNvSpPr/>
          <p:nvPr/>
        </p:nvSpPr>
        <p:spPr>
          <a:xfrm>
            <a:off x="822960" y="361188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D7E6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five-station reflexive workshop on responsible, human-centered AI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822960" y="43434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stations</a:t>
            </a:r>
            <a:r>
              <a:rPr lang="en-US" sz="1400" dirty="0">
                <a:solidFill>
                  <a:srgbClr val="A9BC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·     Discuss   ·   Capture   ·   Reflect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9BC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Shape 3"/>
          <p:cNvSpPr/>
          <p:nvPr/>
        </p:nvSpPr>
        <p:spPr>
          <a:xfrm>
            <a:off x="822960" y="868680"/>
            <a:ext cx="3108960" cy="5120640"/>
          </a:xfrm>
          <a:prstGeom prst="roundRect">
            <a:avLst>
              <a:gd name="adj" fmla="val 4118"/>
            </a:avLst>
          </a:prstGeom>
          <a:solidFill>
            <a:srgbClr val="0B6F63"/>
          </a:solidFill>
          <a:ln/>
          <a:effectLst>
            <a:outerShdw blurRad="114300" dist="38100" dir="5400000" algn="bl" rotWithShape="0">
              <a:srgbClr val="9FB8C4">
                <a:alpha val="35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822960" y="13258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400" dirty="0">
                <a:solidFill>
                  <a:srgbClr val="5EE6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31089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6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01</a:t>
            </a:r>
            <a:endParaRPr lang="en-US" sz="11600" dirty="0"/>
          </a:p>
        </p:txBody>
      </p:sp>
      <p:sp>
        <p:nvSpPr>
          <p:cNvPr id="8" name="Text 6"/>
          <p:cNvSpPr/>
          <p:nvPr/>
        </p:nvSpPr>
        <p:spPr>
          <a:xfrm>
            <a:off x="822960" y="35661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D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05</a:t>
            </a:r>
            <a:endParaRPr lang="en-US" sz="15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3392" y="4251960"/>
            <a:ext cx="768096" cy="76809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343400" y="960120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HUMAN-CENTERED PICTURE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343400" y="1463040"/>
            <a:ext cx="7040880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What should "human-centered AI" look like in your organization? What results or outcomes would you see? What do you hear people say or ask regarding AI?</a:t>
            </a:r>
            <a:endParaRPr lang="en-US" sz="2700" dirty="0"/>
          </a:p>
        </p:txBody>
      </p:sp>
      <p:sp>
        <p:nvSpPr>
          <p:cNvPr id="12" name="Text 9"/>
          <p:cNvSpPr/>
          <p:nvPr/>
        </p:nvSpPr>
        <p:spPr>
          <a:xfrm>
            <a:off x="4343400" y="4434840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FOR THE BEST OUTCOMES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343400" y="483717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3984" y="493776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873752" y="4782312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Listen to understand.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7863840" y="483717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4424" y="4937760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94192" y="4782312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together to capture key insights on the sheet.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343400" y="56235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3984" y="5724144"/>
            <a:ext cx="201168" cy="20116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873752" y="5568696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Respect the host.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7863840" y="56235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64424" y="5724144"/>
            <a:ext cx="201168" cy="20116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394192" y="5568696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Remain focused on the question.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Shape 3"/>
          <p:cNvSpPr/>
          <p:nvPr/>
        </p:nvSpPr>
        <p:spPr>
          <a:xfrm>
            <a:off x="822960" y="868680"/>
            <a:ext cx="3108960" cy="5120640"/>
          </a:xfrm>
          <a:prstGeom prst="roundRect">
            <a:avLst>
              <a:gd name="adj" fmla="val 4118"/>
            </a:avLst>
          </a:prstGeom>
          <a:solidFill>
            <a:srgbClr val="0B6F63"/>
          </a:solidFill>
          <a:ln/>
          <a:effectLst>
            <a:outerShdw blurRad="114300" dist="38100" dir="5400000" algn="bl" rotWithShape="0">
              <a:srgbClr val="9FB8C4">
                <a:alpha val="35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822960" y="13258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400" dirty="0">
                <a:solidFill>
                  <a:srgbClr val="5EE6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31089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6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02</a:t>
            </a:r>
            <a:endParaRPr lang="en-US" sz="11600" dirty="0"/>
          </a:p>
        </p:txBody>
      </p:sp>
      <p:sp>
        <p:nvSpPr>
          <p:cNvPr id="8" name="Text 6"/>
          <p:cNvSpPr/>
          <p:nvPr/>
        </p:nvSpPr>
        <p:spPr>
          <a:xfrm>
            <a:off x="822960" y="35661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D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05</a:t>
            </a:r>
            <a:endParaRPr lang="en-US" sz="15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3392" y="4251960"/>
            <a:ext cx="768096" cy="76809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343400" y="960120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WHEN AI SUPPORTED PEOPLE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343400" y="1463040"/>
            <a:ext cx="7040880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Under what conditions has AI been used in your organization in a manner that supported people?</a:t>
            </a:r>
            <a:endParaRPr lang="en-US" sz="2700" dirty="0"/>
          </a:p>
        </p:txBody>
      </p:sp>
      <p:sp>
        <p:nvSpPr>
          <p:cNvPr id="12" name="Text 9"/>
          <p:cNvSpPr/>
          <p:nvPr/>
        </p:nvSpPr>
        <p:spPr>
          <a:xfrm>
            <a:off x="4343400" y="4434840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FOR THE BEST OUTCOMES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343400" y="483717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3984" y="493776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873752" y="4782312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Listen to understand.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7863840" y="483717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4424" y="4937760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94192" y="4782312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together to capture key insights on the sheet.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343400" y="56235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3984" y="5724144"/>
            <a:ext cx="201168" cy="20116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873752" y="5568696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Respect the host.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7863840" y="56235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64424" y="5724144"/>
            <a:ext cx="201168" cy="20116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394192" y="5568696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Remain focused on the question.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Shape 3"/>
          <p:cNvSpPr/>
          <p:nvPr/>
        </p:nvSpPr>
        <p:spPr>
          <a:xfrm>
            <a:off x="822960" y="868680"/>
            <a:ext cx="3108960" cy="5120640"/>
          </a:xfrm>
          <a:prstGeom prst="roundRect">
            <a:avLst>
              <a:gd name="adj" fmla="val 4118"/>
            </a:avLst>
          </a:prstGeom>
          <a:solidFill>
            <a:srgbClr val="0B6F63"/>
          </a:solidFill>
          <a:ln/>
          <a:effectLst>
            <a:outerShdw blurRad="114300" dist="38100" dir="5400000" algn="bl" rotWithShape="0">
              <a:srgbClr val="9FB8C4">
                <a:alpha val="35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822960" y="13258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400" dirty="0">
                <a:solidFill>
                  <a:srgbClr val="5EE6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31089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6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03</a:t>
            </a:r>
            <a:endParaRPr lang="en-US" sz="11600" dirty="0"/>
          </a:p>
        </p:txBody>
      </p:sp>
      <p:sp>
        <p:nvSpPr>
          <p:cNvPr id="8" name="Text 6"/>
          <p:cNvSpPr/>
          <p:nvPr/>
        </p:nvSpPr>
        <p:spPr>
          <a:xfrm>
            <a:off x="822960" y="35661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D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05</a:t>
            </a:r>
            <a:endParaRPr lang="en-US" sz="15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3392" y="4251960"/>
            <a:ext cx="768096" cy="76809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343400" y="960120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 IT SLID OFF COURSE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343400" y="1463040"/>
            <a:ext cx="7040880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What are examples in your organization where the use of AI was not human-centered, not responsible or not effective, or where could you see it easily sliding down that path?</a:t>
            </a:r>
            <a:endParaRPr lang="en-US" sz="2700" dirty="0"/>
          </a:p>
        </p:txBody>
      </p:sp>
      <p:sp>
        <p:nvSpPr>
          <p:cNvPr id="12" name="Text 9"/>
          <p:cNvSpPr/>
          <p:nvPr/>
        </p:nvSpPr>
        <p:spPr>
          <a:xfrm>
            <a:off x="4343400" y="4434840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FOR THE BEST OUTCOMES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343400" y="483717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3984" y="493776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873752" y="4782312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Listen to understand.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7863840" y="483717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4424" y="4937760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94192" y="4782312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together to capture key insights on the sheet.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343400" y="56235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3984" y="5724144"/>
            <a:ext cx="201168" cy="20116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873752" y="5568696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Respect the host.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7863840" y="56235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64424" y="5724144"/>
            <a:ext cx="201168" cy="20116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394192" y="5568696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Remain focused on the question.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Shape 3"/>
          <p:cNvSpPr/>
          <p:nvPr/>
        </p:nvSpPr>
        <p:spPr>
          <a:xfrm>
            <a:off x="822960" y="868680"/>
            <a:ext cx="3108960" cy="5120640"/>
          </a:xfrm>
          <a:prstGeom prst="roundRect">
            <a:avLst>
              <a:gd name="adj" fmla="val 4118"/>
            </a:avLst>
          </a:prstGeom>
          <a:solidFill>
            <a:srgbClr val="0B6F63"/>
          </a:solidFill>
          <a:ln/>
          <a:effectLst>
            <a:outerShdw blurRad="114300" dist="38100" dir="5400000" algn="bl" rotWithShape="0">
              <a:srgbClr val="9FB8C4">
                <a:alpha val="35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822960" y="13258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400" dirty="0">
                <a:solidFill>
                  <a:srgbClr val="5EE6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31089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6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04</a:t>
            </a:r>
            <a:endParaRPr lang="en-US" sz="11600" dirty="0"/>
          </a:p>
        </p:txBody>
      </p:sp>
      <p:sp>
        <p:nvSpPr>
          <p:cNvPr id="8" name="Text 6"/>
          <p:cNvSpPr/>
          <p:nvPr/>
        </p:nvSpPr>
        <p:spPr>
          <a:xfrm>
            <a:off x="822960" y="35661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D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05</a:t>
            </a:r>
            <a:endParaRPr lang="en-US" sz="15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3392" y="4251960"/>
            <a:ext cx="768096" cy="76809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343400" y="960120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RULES &amp; PROCESSES TO PUT IN PLACE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343400" y="1463040"/>
            <a:ext cx="7040880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What procedures, rules or processes should be implemented to ensure responsible, human-centered AI use in your organization?</a:t>
            </a:r>
            <a:endParaRPr lang="en-US" sz="2700" dirty="0"/>
          </a:p>
        </p:txBody>
      </p:sp>
      <p:sp>
        <p:nvSpPr>
          <p:cNvPr id="12" name="Text 9"/>
          <p:cNvSpPr/>
          <p:nvPr/>
        </p:nvSpPr>
        <p:spPr>
          <a:xfrm>
            <a:off x="4343400" y="4434840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FOR THE BEST OUTCOMES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343400" y="483717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3984" y="493776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873752" y="4782312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Listen to understand.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7863840" y="483717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4424" y="4937760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94192" y="4782312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together to capture key insights on the sheet.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343400" y="56235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3984" y="5724144"/>
            <a:ext cx="201168" cy="20116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873752" y="5568696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Respect the host.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7863840" y="56235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64424" y="5724144"/>
            <a:ext cx="201168" cy="20116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394192" y="5568696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Remain focused on the question.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Shape 3"/>
          <p:cNvSpPr/>
          <p:nvPr/>
        </p:nvSpPr>
        <p:spPr>
          <a:xfrm>
            <a:off x="822960" y="868680"/>
            <a:ext cx="3108960" cy="5120640"/>
          </a:xfrm>
          <a:prstGeom prst="roundRect">
            <a:avLst>
              <a:gd name="adj" fmla="val 4118"/>
            </a:avLst>
          </a:prstGeom>
          <a:solidFill>
            <a:srgbClr val="0B6F63"/>
          </a:solidFill>
          <a:ln/>
          <a:effectLst>
            <a:outerShdw blurRad="114300" dist="38100" dir="5400000" algn="bl" rotWithShape="0">
              <a:srgbClr val="9FB8C4">
                <a:alpha val="35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822960" y="13258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400" dirty="0">
                <a:solidFill>
                  <a:srgbClr val="5EE6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31089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6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05</a:t>
            </a:r>
            <a:endParaRPr lang="en-US" sz="11600" dirty="0"/>
          </a:p>
        </p:txBody>
      </p:sp>
      <p:sp>
        <p:nvSpPr>
          <p:cNvPr id="8" name="Text 6"/>
          <p:cNvSpPr/>
          <p:nvPr/>
        </p:nvSpPr>
        <p:spPr>
          <a:xfrm>
            <a:off x="822960" y="35661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D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05</a:t>
            </a:r>
            <a:endParaRPr lang="en-US" sz="15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3392" y="4251960"/>
            <a:ext cx="768096" cy="76809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343400" y="960120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TO MEASURE &amp; AUDIT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343400" y="1463040"/>
            <a:ext cx="7040880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What could be measured, tracked or </a:t>
            </a:r>
            <a:br>
              <a:rPr lang="en-US" sz="27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</a:br>
            <a:r>
              <a:rPr lang="en-US" sz="27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audited to ensure that the way your organization uses AI is responsible and human-centered?</a:t>
            </a:r>
            <a:endParaRPr lang="en-US" sz="2700" dirty="0"/>
          </a:p>
        </p:txBody>
      </p:sp>
      <p:sp>
        <p:nvSpPr>
          <p:cNvPr id="12" name="Text 9"/>
          <p:cNvSpPr/>
          <p:nvPr/>
        </p:nvSpPr>
        <p:spPr>
          <a:xfrm>
            <a:off x="4343400" y="4434840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FOR THE BEST OUTCOMES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343400" y="483717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3984" y="493776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873752" y="4782312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Listen to understand.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7863840" y="483717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4424" y="4937760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94192" y="4782312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together to capture key insights on the sheet.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343400" y="56235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3984" y="5724144"/>
            <a:ext cx="201168" cy="20116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873752" y="5568696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Respect the host.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7863840" y="56235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64424" y="5724144"/>
            <a:ext cx="201168" cy="20116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394192" y="5568696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Remain focused on the question.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44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6" name="Text 3"/>
          <p:cNvSpPr/>
          <p:nvPr/>
        </p:nvSpPr>
        <p:spPr>
          <a:xfrm>
            <a:off x="822960" y="24688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kern="0" spc="400" dirty="0">
                <a:solidFill>
                  <a:srgbClr val="5EE6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THANK YOU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86384" y="292608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From insight to responsible practice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9BC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421</Words>
  <Application>Microsoft Office PowerPoint</Application>
  <PresentationFormat>Widescreen</PresentationFormat>
  <Paragraphs>70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Inter</vt:lpstr>
      <vt:lpstr>Arial</vt:lpstr>
      <vt:lpstr>IBM Plex Mono</vt:lpstr>
      <vt:lpstr>Sora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Chistiaan Verwijs</cp:lastModifiedBy>
  <cp:revision>4</cp:revision>
  <dcterms:created xsi:type="dcterms:W3CDTF">2026-08-16T17:47:46Z</dcterms:created>
  <dcterms:modified xsi:type="dcterms:W3CDTF">2026-08-19T12:51:43Z</dcterms:modified>
</cp:coreProperties>
</file>