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IBM Plex Mono" panose="020B0509050203000203" pitchFamily="49" charset="0"/>
      <p:regular r:id="rId10"/>
      <p:bold r:id="rId11"/>
    </p:embeddedFont>
    <p:embeddedFont>
      <p:font typeface="Inter"/>
      <p:regular r:id="rId12"/>
      <p:bold r:id="rId13"/>
    </p:embeddedFont>
    <p:embeddedFont>
      <p:font typeface="Sora" pitchFamily="2" charset="0"/>
      <p:regular r:id="rId14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671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822960" y="685800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822960"/>
            <a:ext cx="2187245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965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REFLEXIVE AI RESEARCH INITIATIVE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86384" y="237744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Human-Centered AI</a:t>
            </a:r>
            <a:endParaRPr lang="en-US" sz="5200" dirty="0"/>
          </a:p>
        </p:txBody>
      </p:sp>
      <p:sp>
        <p:nvSpPr>
          <p:cNvPr id="10" name="Text 6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7E6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five-station reflexive workshop on human-centered AI in organizations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stations</a:t>
            </a:r>
            <a:r>
              <a:rPr lang="en-US" sz="1400" dirty="0">
                <a:solidFill>
                  <a:srgbClr val="A9BC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·     Discuss   ·   Capture   ·   Reflect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C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blurRad="114300" dist="38100" dir="5400000" algn="bl" rotWithShape="0">
              <a:srgbClr val="9FB8C4">
                <a:alpha val="3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HUMAN-CENTERED PICTURE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should human-centered AI look like in your organization? What results or outcomes would you see? What do you hear people say or ask regarding AI?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blurRad="114300" dist="38100" dir="5400000" algn="bl" rotWithShape="0">
              <a:srgbClr val="9FB8C4">
                <a:alpha val="3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 AI SUPPORTED PEOPLE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How has AI been used in your organization in a manner that improved the work experience or work enjoyment of employees?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blurRad="114300" dist="38100" dir="5400000" algn="bl" rotWithShape="0">
              <a:srgbClr val="9FB8C4">
                <a:alpha val="3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IT SLID OFF COURSE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are examples in your organization where the use of AI was not human-centered, or where could you see it easily sliding down that path?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blurRad="114300" dist="38100" dir="5400000" algn="bl" rotWithShape="0">
              <a:srgbClr val="9FB8C4">
                <a:alpha val="3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RULES &amp; PROCESSES TO PUT IN PLACE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procedures, rules or processes should be implemented to ensure  human-centered AI in your organization?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blurRad="114300" dist="38100" dir="5400000" algn="bl" rotWithShape="0">
              <a:srgbClr val="9FB8C4">
                <a:alpha val="3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TO MEASURE &amp; AUDIT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could be measured, tracked or </a:t>
            </a:r>
            <a:b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</a:b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audited to ensure that the way your organization uses AI is human-centered?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4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From insight to responsible practice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C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412</Words>
  <Application>Microsoft Office PowerPoint</Application>
  <PresentationFormat>Widescreen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Inter</vt:lpstr>
      <vt:lpstr>Sora</vt:lpstr>
      <vt:lpstr>IBM Plex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Chistiaan Verwijs</cp:lastModifiedBy>
  <cp:revision>17</cp:revision>
  <dcterms:created xsi:type="dcterms:W3CDTF">2026-08-16T17:47:46Z</dcterms:created>
  <dcterms:modified xsi:type="dcterms:W3CDTF">2026-09-06T11:52:37Z</dcterms:modified>
</cp:coreProperties>
</file>