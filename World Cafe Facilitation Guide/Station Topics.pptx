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BM Plex Mono" panose="020B0509050203000203" pitchFamily="49" charset="0"/>
      <p:regular r:id="rId10"/>
      <p:bold r:id="rId11"/>
    </p:embeddedFont>
    <p:embeddedFont>
      <p:font typeface="Inter"/>
      <p:regular r:id="rId12"/>
      <p:bold r:id="rId13"/>
    </p:embeddedFont>
    <p:embeddedFont>
      <p:font typeface="Sora" pitchFamily="2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in Organizations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five-station reflexive workshop on responsible, human-centered AI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stations</a:t>
            </a:r>
            <a:r>
              <a:rPr lang="en-US" sz="14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·     Discuss   ·   Capture   ·   Reflect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HUMAN-CENTERED PICTURE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should "human-centered AI" look like in your organization? What results or outcomes would you see? What do you hear people say or ask regarding AI?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02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WHEN AI SUPPORTED PEOPLE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Under what conditions has AI been used in your organization in a manner that supported people?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03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SLID OFF COURSE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are examples in your organization where the use of AI was not human-centered, or where could you see it easily sliding down that path?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04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&amp; PROCESSES TO PUT IN PLACE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procedures, rules or processes should be implemented to ensure responsible, human-centered AI in your organization?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05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TO MEASURE &amp; AUDIT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could be measured, tracked or </a:t>
            </a:r>
            <a:b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</a:b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audited to ensure that the way your organization uses AI is responsible and human-centered?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From insight to responsible practice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414</Words>
  <Application>Microsoft Office PowerPoint</Application>
  <PresentationFormat>Widescreen</PresentationFormat>
  <Paragraphs>70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IBM Plex Mono</vt:lpstr>
      <vt:lpstr>Inter</vt:lpstr>
      <vt:lpstr>Arial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9</cp:revision>
  <dcterms:created xsi:type="dcterms:W3CDTF">2026-08-16T17:47:46Z</dcterms:created>
  <dcterms:modified xsi:type="dcterms:W3CDTF">2026-09-04T09:40:42Z</dcterms:modified>
</cp:coreProperties>
</file>