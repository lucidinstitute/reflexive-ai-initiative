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BM Plex Mono" panose="020B0509050203000203" pitchFamily="49" charset="0"/>
      <p:regular r:id="rId10"/>
      <p:bold r:id="rId11"/>
    </p:embeddedFont>
    <p:embeddedFont>
      <p:font typeface="Inter"/>
      <p:regular r:id="rId12"/>
      <p:bold r:id="rId13"/>
    </p:embeddedFont>
    <p:embeddedFont>
      <p:font typeface="Sora" pitchFamily="2" charset="0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in Organizations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five-station reflexive workshop on responsible, human-centered AI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stations</a:t>
            </a:r>
            <a:r>
              <a:rPr lang="en-US" sz="14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·     Discuss   ·   Capture   ·   Reflect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01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HUMAN-CENTERED PICTURE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should "human-centered AI" look like in your organization? What results or outcomes would you see? What do you hear people say or ask regarding AI?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02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WHEN AI SUPPORTED PEOPLE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Under what conditions has AI been used in your organization in a manner that supported people?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03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SLID OFF COURSE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are examples in your organization where the use of AI was not human-centered, not responsible or not effective, or where could you see it easily sliding down that path?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04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RULES &amp; PROCESSES TO PUT IN PLACE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procedures, rules or processes should be implemented to ensure responsible, human-centered AI use in your organization?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3"/>
          <p:cNvSpPr/>
          <p:nvPr/>
        </p:nvSpPr>
        <p:spPr>
          <a:xfrm>
            <a:off x="822960" y="868680"/>
            <a:ext cx="3108960" cy="5120640"/>
          </a:xfrm>
          <a:prstGeom prst="roundRect">
            <a:avLst>
              <a:gd name="adj" fmla="val 4118"/>
            </a:avLst>
          </a:prstGeom>
          <a:solidFill>
            <a:srgbClr val="0B6F63"/>
          </a:solidFill>
          <a:ln/>
          <a:effectLst>
            <a:outerShdw blurRad="114300" dist="38100" dir="5400000" algn="bl" rotWithShape="0">
              <a:srgbClr val="9FB8C4">
                <a:alpha val="35000"/>
              </a:srgbClr>
            </a:outerShdw>
          </a:effectLst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3108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6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05</a:t>
            </a:r>
            <a:endParaRPr lang="en-US" sz="1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DEF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05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343400" y="9601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TO MEASURE &amp; AUDIT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343400" y="1463040"/>
            <a:ext cx="7040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could be measured, tracked or </a:t>
            </a:r>
            <a:b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</a:br>
            <a:r>
              <a:rPr lang="en-US" sz="27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audited to ensure that the way your organization uses AI is responsible and human-centered?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343400" y="44348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FOR THE BEST OUTCOMES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93776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87375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to understand.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863840" y="4837176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937760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4782312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together to capture key insights on the sheet.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34340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724144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87375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 the host.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863840" y="56235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5724144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94192" y="5568696"/>
            <a:ext cx="2834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3342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Remain focused on the question.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From insight to responsible practice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421</Words>
  <Application>Microsoft Office PowerPoint</Application>
  <PresentationFormat>Widescreen</PresentationFormat>
  <Paragraphs>70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Inter</vt:lpstr>
      <vt:lpstr>Sora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7</cp:revision>
  <dcterms:created xsi:type="dcterms:W3CDTF">2026-08-16T17:47:46Z</dcterms:created>
  <dcterms:modified xsi:type="dcterms:W3CDTF">2026-08-25T12:33:17Z</dcterms:modified>
</cp:coreProperties>
</file>